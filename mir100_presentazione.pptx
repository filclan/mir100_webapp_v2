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457200"/>
            <a:ext cx="3063240" cy="416052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777240"/>
            <a:ext cx="2331720" cy="1371600"/>
          </a:xfrm>
          <a:prstGeom prst="rect">
            <a:avLst/>
          </a:prstGeom>
          <a:solidFill>
            <a:srgbClr val="1F233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777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MiR100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903720" y="150876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76872" y="1581912"/>
            <a:ext cx="265176" cy="265176"/>
          </a:xfrm>
          <a:prstGeom prst="ellipse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36208" y="2212848"/>
            <a:ext cx="411480" cy="20116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39128" y="2212848"/>
            <a:ext cx="411480" cy="20116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42048" y="2212848"/>
            <a:ext cx="411480" cy="20116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44968" y="2212848"/>
            <a:ext cx="411480" cy="20116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560320"/>
            <a:ext cx="1188720" cy="640080"/>
          </a:xfrm>
          <a:prstGeom prst="rect">
            <a:avLst/>
          </a:prstGeom>
          <a:solidFill>
            <a:srgbClr val="1A2A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5603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🍓 RPi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2606040"/>
            <a:ext cx="1005840" cy="548640"/>
          </a:xfrm>
          <a:prstGeom prst="rect">
            <a:avLst/>
          </a:prstGeom>
          <a:solidFill>
            <a:srgbClr val="1F23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6060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📷 Cam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06440" y="33375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192.168.12.x  ·  WiFi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6440" y="3593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REST API  ·  MJPEG Stream  ·  SSE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3913632"/>
            <a:ext cx="2560320" cy="411480"/>
          </a:xfrm>
          <a:prstGeom prst="rect">
            <a:avLst/>
          </a:prstGeom>
          <a:solidFill>
            <a:srgbClr val="1113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9136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⚡ RPi alimentato via USB del robot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6400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MiR100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411480" y="148132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di Gestione Magazzino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205740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Automazione della logistica interna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robot mobile autonomo MiR100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2880360"/>
            <a:ext cx="2286000" cy="329184"/>
          </a:xfrm>
          <a:prstGeom prst="rect">
            <a:avLst/>
          </a:prstGeom>
          <a:solidFill>
            <a:srgbClr val="1F233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803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Progetto ITIS  ·  2025/2026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1D24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3717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Python  ·  Flask  ·  SQLite  ·  OpenCV  ·  face_recognition  ·  MiR100 REST API  ·  Raspberry Pi  ·  SSE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Obiettivo del Progetto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Automatizzare il flusso di ricezione e distribuzione dei pacchi in un magazzino tramite il robot mobile MiR100, eliminando il trasporto manuale dei carichi.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Ricezione automatizzata dei carichi dai camion in arrivo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biometrica degli operatori (face recognition)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Tracciamento QR code: baia di scarico → zona destinazione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MiR100 via API REST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web real-time accessibile da tablet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914400"/>
            <a:ext cx="2057400" cy="1280160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17720" y="14356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Tracciamento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173736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QR · atteso→consegnato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30568" y="914400"/>
            <a:ext cx="2057400" cy="1280160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10058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30568" y="14356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Automazione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30568" y="173736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Missioni autonome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2331720"/>
            <a:ext cx="2057400" cy="1280160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423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28529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Biometria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315468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face_recognition · dlib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0568" y="2331720"/>
            <a:ext cx="2057400" cy="1280160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2423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30568" y="28529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0568" y="315468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Server-Sent Events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3749040"/>
            <a:ext cx="2057400" cy="1280160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8404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17720" y="42702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Sicurezza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45720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bcrypt · rate limiting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30568" y="3749040"/>
            <a:ext cx="2057400" cy="1280160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384048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30568" y="42702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30568" y="45720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config · storico · QR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Architettura di Sistema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3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Tutti i componenti comunicano sulla rete locale dedicata del MiR  ·  192.168.12.x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417320" cy="7315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173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arrivo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173736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4173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 BALIA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 (main)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0" y="1417320"/>
            <a:ext cx="178308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4173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FLASK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:5000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0" y="2834640"/>
            <a:ext cx="1783080" cy="7315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834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MiR100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192.168.12.20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37960" y="1417320"/>
            <a:ext cx="2194560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417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RASPBERRY 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3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192.168.12.242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2834640"/>
            <a:ext cx="2194560" cy="731520"/>
          </a:xfrm>
          <a:prstGeom prst="rect">
            <a:avLst/>
          </a:prstGeom>
          <a:solidFill>
            <a:srgbClr val="1F23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34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WEBCAM USB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MJPEG :8081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0" y="3977640"/>
            <a:ext cx="178308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977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 SCARICO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/scarico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45920" y="1783080"/>
            <a:ext cx="365760" cy="9144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783080"/>
            <a:ext cx="365760" cy="9144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10912" y="2148840"/>
            <a:ext cx="9144" cy="68580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783080"/>
            <a:ext cx="640080" cy="9144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10912" y="3566160"/>
            <a:ext cx="9144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148840"/>
            <a:ext cx="9144" cy="68580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15727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QR scan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767328" y="15727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SSE/HTTP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47488" y="23957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REST API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153912" y="15727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MJPEG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47488" y="36576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SSE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662672" y="23957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USB cam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37960" y="3767328"/>
            <a:ext cx="2194560" cy="347472"/>
          </a:xfrm>
          <a:prstGeom prst="rect">
            <a:avLst/>
          </a:prstGeom>
          <a:solidFill>
            <a:srgbClr val="1A1D2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767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⚡ Alimentato via USB del MiR · viaggia col robot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Componenti Hardware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4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276148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2761488" cy="5029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MiR100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435608"/>
            <a:ext cx="2542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mobile autonomo. Naviga autonomamente, gestisce missioni via API REST su rete WiFi interna. IP: 192.168.12.20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63824" y="932688"/>
            <a:ext cx="276148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63824" y="932688"/>
            <a:ext cx="2761488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0241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🍓  Raspberry 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73552" y="1435608"/>
            <a:ext cx="2542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Alimentato via porta USB del MiR (5V). Si muove fisicamente col robot. Espone stream MJPEG sulla rete interna (porta 8081).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932688"/>
            <a:ext cx="276148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932688"/>
            <a:ext cx="2761488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0241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 Webcam USB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81344" y="1435608"/>
            <a:ext cx="2542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Collegata al Raspberry Pi, montata sul MiR100. Usata per scansione QR code e riconoscimento facciale.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990088"/>
            <a:ext cx="276148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990088"/>
            <a:ext cx="276148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815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Tablet Balia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" y="3493008"/>
            <a:ext cx="2542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operatore baia di scarico. Gestisce il flusso di ricezione camion. Pagina principale → /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63824" y="2990088"/>
            <a:ext cx="276148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3824" y="2990088"/>
            <a:ext cx="2761488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30815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📟  Tablet Scarico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73552" y="3493008"/>
            <a:ext cx="2542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zona destinazione. Conferma ricezione dei pacchi consegnati dal MiR. → /scarico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71616" y="2990088"/>
            <a:ext cx="276148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2990088"/>
            <a:ext cx="2761488" cy="502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30815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Server / PC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81344" y="3493008"/>
            <a:ext cx="25420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la WebApp Flask principale. Gestisce database, SSE, computer vision, comunicazione MiR. Porta 5000.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Raspberry Pi — Telecamera sul Robot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5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31920" cy="3840480"/>
          </a:xfrm>
          <a:prstGeom prst="rect">
            <a:avLst/>
          </a:prstGeom>
          <a:solidFill>
            <a:srgbClr val="1A1D24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463040"/>
            <a:ext cx="1554480" cy="685800"/>
          </a:xfrm>
          <a:prstGeom prst="rect">
            <a:avLst/>
          </a:prstGeom>
          <a:solidFill>
            <a:srgbClr val="1F233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4630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B308"/>
                </a:solidFill>
              </a:rPr>
              <a:t>USB 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B308"/>
                </a:solidFill>
              </a:rPr>
              <a:t>(5V · 500mA)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54480" y="1801368"/>
            <a:ext cx="777240" cy="0"/>
          </a:xfrm>
          <a:prstGeom prst="line">
            <a:avLst/>
          </a:prstGeom>
          <a:noFill/>
          <a:ln w="254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6002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B308"/>
                </a:solidFill>
              </a:rPr>
              <a:t>⚡ alimenta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1737360" cy="1371600"/>
          </a:xfrm>
          <a:prstGeom prst="rect">
            <a:avLst/>
          </a:prstGeom>
          <a:solidFill>
            <a:srgbClr val="0D1A0D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173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Raspberry 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Flask :8081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737360" cy="685800"/>
          </a:xfrm>
          <a:prstGeom prst="rect">
            <a:avLst/>
          </a:prstGeom>
          <a:solidFill>
            <a:srgbClr val="1F23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📷  Webcam USB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25880" y="2788920"/>
            <a:ext cx="0" cy="13716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3246120"/>
            <a:ext cx="12801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2848" y="30175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MJPEG /stream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566160" cy="292608"/>
          </a:xfrm>
          <a:prstGeom prst="rect">
            <a:avLst/>
          </a:prstGeom>
          <a:solidFill>
            <a:srgbClr val="11131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Nessun SSH necessario — autostart all'avvio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960120"/>
            <a:ext cx="4297680" cy="5760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960120"/>
            <a:ext cx="43891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93208" y="1033272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Alimentato via porta USB del MiR (5V) — nessun alimentatore, nessun cavo aggiuntivo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1627632"/>
            <a:ext cx="4297680" cy="5760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1627632"/>
            <a:ext cx="43891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93208" y="1700784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automatico all'accensione del robot — zero intervento manuale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2295144"/>
            <a:ext cx="4297680" cy="5760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2295144"/>
            <a:ext cx="43891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93208" y="2368296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Espone stream MJPEG via Flask minimale — endpoint /stream porta 8081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2962656"/>
            <a:ext cx="4297680" cy="5760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2962656"/>
            <a:ext cx="43891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93208" y="3035808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si connette a http://192.168.12.242:8081/stream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26280" y="3630168"/>
            <a:ext cx="4297680" cy="5760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3630168"/>
            <a:ext cx="43891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93208" y="370332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MJPEGBroadcaster: UNA sola connessione HTTP al Pi → fan-out a tutti i consumer via threading.Condition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26280" y="4297680"/>
            <a:ext cx="4297680" cy="5760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9432" y="4297680"/>
            <a:ext cx="43891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93208" y="4370832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del broadcaster: QR Scanner · Face Recognition · Camera feed browser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Tecnologico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6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023360" cy="393192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326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" y="1426464"/>
            <a:ext cx="50292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40817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Flask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" y="162763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framework, routing, SSE endpoint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" y="2002536"/>
            <a:ext cx="50292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98424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Core + SQLite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" y="2203704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locale, StaticPool thread-safe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578608"/>
            <a:ext cx="5029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256032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face_recognition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" y="277977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vision, dlib, face encoding 128-float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" y="3154680"/>
            <a:ext cx="50292" cy="38404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313639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pyzbar / cv2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" y="335584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detection e decoding real-time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9768" y="3730752"/>
            <a:ext cx="50292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" y="3712464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" y="393192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Comunicazione REST API con MiR100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" y="4306824"/>
            <a:ext cx="50292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" y="4288536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· queue · RLock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" y="450799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Operazioni async, SSE queue, thread safety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932688"/>
            <a:ext cx="4160520" cy="393192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93268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73168" y="1426464"/>
            <a:ext cx="50292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14081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JS Vanilla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01184" y="16276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framework — zero dipendenze esterne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3168" y="2002536"/>
            <a:ext cx="5029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19842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EventSource API (SSE)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1184" y="22037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real-time server→client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73168" y="2578608"/>
            <a:ext cx="50292" cy="38404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5603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Barlow / Barlow Condensed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01184" y="27797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industriale, ottimizzata per display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73168" y="3154680"/>
            <a:ext cx="50292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1363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tablet-first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01184" y="33558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ottimizzato per schermo touch industriale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3730752"/>
            <a:ext cx="50292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37124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01184" y="39319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scuro, variabili colore, animazioni pulse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73168" y="4306824"/>
            <a:ext cx="50292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42885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+ async/await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01184" y="45079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Chiamate REST agli endpoint Flask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Flusso di Lavoro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7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069080" cy="3913632"/>
          </a:xfrm>
          <a:prstGeom prst="rect">
            <a:avLst/>
          </a:prstGeom>
          <a:solidFill>
            <a:srgbClr val="1A1D2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  TABLET BALIA  ·  /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2336" y="1444752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44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3410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Scansione QR code del camion con la telecamera montata sul MiR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" y="2121408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121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093976"/>
            <a:ext cx="3410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Riconoscimento facciale — autenticazione operatore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" y="279806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770632"/>
            <a:ext cx="3410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Scansione QR di ogni pacco → marcati "in_transito" nel database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34747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474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447288"/>
            <a:ext cx="3410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 autenticazione facciale (conferma identità)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" y="415137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41513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123944"/>
            <a:ext cx="34107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"Avvia MiR" → missione accodata → pagina torna allo stato 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932688"/>
            <a:ext cx="4206240" cy="3913632"/>
          </a:xfrm>
          <a:prstGeom prst="rect">
            <a:avLst/>
          </a:prstGeom>
          <a:solidFill>
            <a:srgbClr val="1A1D2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9326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TABLET SCARICO  ·  /scarico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45736" y="1444752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1444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1417320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"mir_arrivato" → griglia pacchi si aggiorna in tempo reale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45736" y="2121408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2121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2093976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Pulsante "Conferma ricezione" si abilita sul pannello alert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45736" y="2798064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2770632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Operatore conferma ogni pacco (card → modal → "Ricevuto")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45736" y="347472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3474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3447288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All'ultimo pacco confermato: MiR parte automaticamente in ritorno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45736" y="415137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41513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4123944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"tutti_consegnati" → banner verde "Tutti i pacchi ricevuti!"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Tracciamento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8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51960" cy="89611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50292" cy="89611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87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targa · fornitore · data_arrivo · qr_code · stato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251960" cy="89611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32688"/>
            <a:ext cx="50292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87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pacchi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qr_code JSON · camion_id · destinazione_id · peso_kg · stato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56816"/>
            <a:ext cx="4251960" cy="89611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56816"/>
            <a:ext cx="50292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116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2340864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· cognome · ruolo · face_encoding (128 float JSON)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956816"/>
            <a:ext cx="4251960" cy="89611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956816"/>
            <a:ext cx="50292" cy="8961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0116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destinazioni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2340864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zona · tipo (scarico/smistamento) · attiva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80944"/>
            <a:ext cx="4251960" cy="89611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80944"/>
            <a:ext cx="50292" cy="8961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0358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missioni_mir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336499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(consegna/ritorno) · stato · inizio_ts · fine_ts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80944"/>
            <a:ext cx="4251960" cy="89611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980944"/>
            <a:ext cx="50292" cy="89611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0358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B3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operazioni_scarico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336499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operatore_id · camion_id · stato · inizio_ts · fine_ts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05072"/>
            <a:ext cx="4251960" cy="89611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005072"/>
            <a:ext cx="50292" cy="8961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05993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8912" y="438912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 = valore  ·  IP dispositivi · credenziali · soglie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97680"/>
            <a:ext cx="8641080" cy="530352"/>
          </a:xfrm>
          <a:prstGeom prst="rect">
            <a:avLst/>
          </a:prstGeom>
          <a:solidFill>
            <a:srgbClr val="1A1D2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3525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Stato pacco: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508760" y="43525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496312" y="43525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83864" y="43525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in_transito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71416" y="43525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58968" y="43525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consegnato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Integrazione API MiR100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9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3840480" cy="192024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Autenticazione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Basic Auth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hashata SHA-256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Base64("user:sha256(password)")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944368"/>
            <a:ext cx="3840480" cy="640080"/>
          </a:xfrm>
          <a:prstGeom prst="rect">
            <a:avLst/>
          </a:prstGeom>
          <a:solidFill>
            <a:srgbClr val="1F233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992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Credenziali configurabili da pannello admin.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tramite variabile ambiente MIR_AUTH_PASS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703320"/>
            <a:ext cx="3840480" cy="1097280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67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Posizioni missioni: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Partenza   →  "area B1"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Destinazione →  "area A1"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932688"/>
            <a:ext cx="4389120" cy="61264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8848" y="108813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1088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82896" y="97840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/api/v2.0.0/status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2896" y="12435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stato robot. Blocca se state_id 10 (Emergency) o 12 (Error).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34840" y="1645920"/>
            <a:ext cx="4389120" cy="61264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1801368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1801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2896" y="16916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/api/v2.0.0/missions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82896" y="19568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missioni sul robot. Cerca per nome contenente la posizione destinazione.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2359152"/>
            <a:ext cx="4389120" cy="61264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251460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2514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82896" y="240487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/api/v2.0.0/mission_queue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82896" y="26700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Accoda la missione con mission_id. Ottiene queue_entry_id di riferimento.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3072384"/>
            <a:ext cx="4389120" cy="61264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8848" y="3227832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8848" y="3227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82896" y="3118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/mission_queue/{id}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82896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ogni 5s (max 10 min). Attende stato "Done" o "Aborted".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34840" y="3785616"/>
            <a:ext cx="4389120" cy="61264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98848" y="3941064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8848" y="3941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82896" y="383133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SSE push → mir_arrivato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82896" y="4096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arrivato: salva _mir_sessione, notifica tablet scarico.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34840" y="4498848"/>
            <a:ext cx="4389120" cy="61264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98848" y="465429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4654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82896" y="454456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/mission_queue (ritorno)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82896" y="48097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conferma tutti i pacchi: accoda missione di ritorno verso area B1.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Pannello Amministratore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10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202996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2412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" y="149961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Gestione Operatori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1847088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Creazione, modifica, abilit./disabil. Registrazione biometrica da webcam browser.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41448" y="932688"/>
            <a:ext cx="202996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102412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149961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Destinazioni &amp; Zone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847088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zone magazzino. Assegnazione operatori a zone specifiche.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932688"/>
            <a:ext cx="202996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2412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🚚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0016" y="149961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Camion &amp; Pacchi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0016" y="1847088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 camion e pacchi. QR code generati server-side in PNG.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932688"/>
            <a:ext cx="202996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02412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🖨️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85432" y="149961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Stampa Etichette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85432" y="1847088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dedicata stampa QR camion e pacchi. Layout ottimizzato per stampa.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990088"/>
            <a:ext cx="202996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08152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9184" y="355701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Configurazione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" y="3904488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MiR, IP RPi, credenziali, soglia face recognition. Salvati su SQLite.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41448" y="2990088"/>
            <a:ext cx="202996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41448" y="308152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514600" y="355701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Storico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14600" y="3904488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operazioni scarico e missioni MiR. Ultimi 100 record con timestamp.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26864" y="2990088"/>
            <a:ext cx="202996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308152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00016" y="355701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Sicurezza Admin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0016" y="3904488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password con verifica bcrypt. Sessioni 8h. Rate limiting login.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12280" y="2990088"/>
            <a:ext cx="2029968" cy="190195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08152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85432" y="3557016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Stats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85432" y="3904488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Pacchi oggi · Camion attivi · Missioni · Pacchi in transito · Scarichi.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Sicurezza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11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50292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2412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bcrypt + salt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408176"/>
            <a:ext cx="3886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password admin con bcrypt — rainbow table resistant, salt univoco per utente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322576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322576"/>
            <a:ext cx="50292" cy="12618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41401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Rate Limiting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" y="2798064"/>
            <a:ext cx="3886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 tentativi login per IP in 60 secondi → risposta HTTP 429 automatica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712464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712464"/>
            <a:ext cx="50292" cy="1261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80390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Face Recognition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" y="4187952"/>
            <a:ext cx="3886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configurabile (default 0.55). Doppia autenticazione: inizio operazione + conferma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932688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932688"/>
            <a:ext cx="50292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02412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Sessioni Flask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3752" y="1408176"/>
            <a:ext cx="3886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 8 ore. SECRET_KEY configurabile via variabile d'ambiente (warning se assente)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322576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322576"/>
            <a:ext cx="50292" cy="12618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41401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B3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Thread Safety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73752" y="2798064"/>
            <a:ext cx="3886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threading.RLock (_stato_lock) su tutto lo stato globale. StaticPool SQLAlchemy per SQLite multi-thread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712464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712464"/>
            <a:ext cx="50292" cy="12618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80390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Credenziali MiR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73752" y="4187952"/>
            <a:ext cx="3886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via env var MIR_AUTH_PASS. SHA-256 per autenticazione HTTP Basic MiR100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Aggiornamenti Real-Time — Server-Sent Events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12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3703320" cy="205740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funziona SSE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342900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 HTTP persistente unidirezionale server→client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leggera di WebSocket per stream di soli dati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GET /events  ·  heartbeat ogni 5 secondi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thread-safe (maxsize=200) per eventi da thread secondari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3182112"/>
            <a:ext cx="1078992" cy="530352"/>
          </a:xfrm>
          <a:prstGeom prst="rect">
            <a:avLst/>
          </a:prstGeom>
          <a:solidFill>
            <a:srgbClr val="1F233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182112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Thread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worker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26464" y="3447288"/>
            <a:ext cx="182880" cy="0"/>
          </a:xfrm>
          <a:prstGeom prst="line">
            <a:avLst/>
          </a:prstGeom>
          <a:noFill/>
          <a:ln w="19050">
            <a:solidFill>
              <a:srgbClr val="2A2F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182112"/>
            <a:ext cx="1078992" cy="530352"/>
          </a:xfrm>
          <a:prstGeom prst="rect">
            <a:avLst/>
          </a:prstGeom>
          <a:solidFill>
            <a:srgbClr val="1F2330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9344" y="3182112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B308"/>
                </a:solidFill>
              </a:rPr>
              <a:t>SSE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AB308"/>
                </a:solidFill>
              </a:rPr>
              <a:t>Queue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88336" y="3447288"/>
            <a:ext cx="182880" cy="0"/>
          </a:xfrm>
          <a:prstGeom prst="line">
            <a:avLst/>
          </a:prstGeom>
          <a:noFill/>
          <a:ln w="19050">
            <a:solidFill>
              <a:srgbClr val="2A2F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1216" y="3182112"/>
            <a:ext cx="1078992" cy="530352"/>
          </a:xfrm>
          <a:prstGeom prst="rect">
            <a:avLst/>
          </a:prstGeom>
          <a:solidFill>
            <a:srgbClr val="1F23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1216" y="3182112"/>
            <a:ext cx="1078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Browser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EventSource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38221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→ /events (SSE stream)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79392" y="932688"/>
            <a:ext cx="4544568" cy="603504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932688"/>
            <a:ext cx="45720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99669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1252728"/>
            <a:ext cx="43159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fase workflow (0-4) · inviato ad ogni cambio di fase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79392" y="1636776"/>
            <a:ext cx="4544568" cy="603504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9392" y="1636776"/>
            <a:ext cx="45720" cy="60350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17007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pacco_letto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1956816"/>
            <a:ext cx="43159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Pacco scansionato: qr_code, id, destinazione_id, peso · scatta durante la scansione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79392" y="2340864"/>
            <a:ext cx="4544568" cy="603504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79392" y="2340864"/>
            <a:ext cx="45720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24048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mir_arrivato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2660904"/>
            <a:ext cx="43159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arrivato a destinazione · abilita conferme sul tablet scarico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79392" y="3044952"/>
            <a:ext cx="4544568" cy="603504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9392" y="3044952"/>
            <a:ext cx="45720" cy="6035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310896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mir_ritorno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3364992"/>
            <a:ext cx="43159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 in rientro verso area B1 · aggiorna stato UI pannello scarico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79392" y="3749040"/>
            <a:ext cx="4544568" cy="603504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9392" y="3749040"/>
            <a:ext cx="45720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381304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tutti_consegnati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0" y="4069080"/>
            <a:ext cx="43159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pacchi della destinazione confermati · mostra banner successo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79392" y="4453128"/>
            <a:ext cx="4544568" cy="603504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79392" y="4453128"/>
            <a:ext cx="45720" cy="60350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451713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0" y="4773168"/>
            <a:ext cx="43159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Messaggio info / ok / errore per l'operatore con timestamp HH:MM:SS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Sfide Tecniche e Soluzioni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13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4160520" cy="530352"/>
          </a:xfrm>
          <a:prstGeom prst="rect">
            <a:avLst/>
          </a:prstGeom>
          <a:solidFill>
            <a:srgbClr val="1A0808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Webcam lenta — 10+ refresh per apparire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MJPEGBroadcaster: connessione HTTP singola con fan-out via threading.Condition + thread decode dedicato JPEG→numpy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322576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322576"/>
            <a:ext cx="4160520" cy="530352"/>
          </a:xfrm>
          <a:prstGeom prst="rect">
            <a:avLst/>
          </a:prstGeom>
          <a:solidFill>
            <a:srgbClr val="1A0808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7744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QR code con caratteri speciali rompevano onclick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916936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Sostituzione con attributi data-* e funzione escAttr() per escape corretto — nessun JS inline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712464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712464"/>
            <a:ext cx="4160520" cy="530352"/>
          </a:xfrm>
          <a:prstGeom prst="rect">
            <a:avLst/>
          </a:prstGeom>
          <a:solidFill>
            <a:srgbClr val="1A0808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67328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MiR non tornava dopo la consegna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306824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_mir_sessione + trigger automatico al conferma ultimo pacco + pulsante manuale "Rimanda MiR" come fallback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932688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932688"/>
            <a:ext cx="4160520" cy="530352"/>
          </a:xfrm>
          <a:prstGeom prst="rect">
            <a:avLst/>
          </a:prstGeom>
          <a:solidFill>
            <a:srgbClr val="1A0808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98755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Face recognition non funzionava dall'admin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1527048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Guard su navigator.mediaDevices (richiede HTTPS/localhost) + check videoWidth &gt; 0 prima della cattura frame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322576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322576"/>
            <a:ext cx="4160520" cy="530352"/>
          </a:xfrm>
          <a:prstGeom prst="rect">
            <a:avLst/>
          </a:prstGeom>
          <a:solidFill>
            <a:srgbClr val="1A0808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37744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Thread safety sul dizionario stato globale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916936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threading.RLock (_stato_lock) su tutte le operazioni read-modify-write + StaticPool SQLAlchemy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712464"/>
            <a:ext cx="4160520" cy="1261872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712464"/>
            <a:ext cx="4160520" cy="530352"/>
          </a:xfrm>
          <a:prstGeom prst="rect">
            <a:avLst/>
          </a:prstGeom>
          <a:solidFill>
            <a:srgbClr val="1A0808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767328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Raspberry Pi senza accesso SSH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306824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Alimentazione USB dal MiR (5V) + script Flask con autostart — zero configurazione post-deploy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Risultati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8321040" cy="16459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9194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14 / 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56692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024128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completamente funzionante end-to-end con hardware reale MiR100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8321040" cy="56692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69164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hardware reale: MiR100 + Raspberry Pi + webcam fisica sul robot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267712"/>
            <a:ext cx="8321040" cy="56692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6771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8992" y="2359152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dipendenze cloud — tutto gira in locale sulla rete interna del MiR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935224"/>
            <a:ext cx="8321040" cy="56692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35224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8992" y="3026664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intuitiva ottimizzata per tablet industriali — nessun training necessario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602736"/>
            <a:ext cx="8321040" cy="56692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02736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8992" y="3694176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Tracciabilità completa: atteso → in_transito → consegnato, con storico persistito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4270248"/>
            <a:ext cx="8321040" cy="566928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70248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78992" y="4361688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scalabile: nuove zone e operatori configurabili senza modifiche al codice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solidFill>
            <a:srgbClr val="1A1D24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3.11  ·  Flask  ·  SQLite  ·  OpenCV  ·  face_recognition  ·  MiR100 REST API  ·  Raspberry Pi  ·  SSE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5156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Grazie per l'attenzione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Domande?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26080" y="2788920"/>
            <a:ext cx="3291840" cy="22860"/>
          </a:xfrm>
          <a:prstGeom prst="rect">
            <a:avLst/>
          </a:prstGeom>
          <a:solidFill>
            <a:srgbClr val="2A2F3E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ITIS — Progetto Robot Mobile Autonomo  ·  2025/2026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1755648" cy="402336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29000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429000"/>
            <a:ext cx="1755648" cy="402336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429000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1755648" cy="402336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429000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429000"/>
            <a:ext cx="1755648" cy="402336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429000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1755648" cy="402336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77640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face_recognition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977640"/>
            <a:ext cx="1755648" cy="402336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3977640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MiR100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977640"/>
            <a:ext cx="1755648" cy="402336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977640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Raspberry 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3977640"/>
            <a:ext cx="1755648" cy="402336"/>
          </a:xfrm>
          <a:prstGeom prst="rect">
            <a:avLst/>
          </a:prstGeom>
          <a:solidFill>
            <a:srgbClr val="1F2330"/>
          </a:solidFill>
          <a:ln w="12700">
            <a:solidFill>
              <a:srgbClr val="2A2F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977640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MiR100 — Sistema di Gestione Magazzino</dc:title>
  <dc:subject>PptxGenJS Presentation</dc:subject>
  <dc:creator>ITIS 2025/2026</dc:creator>
  <cp:lastModifiedBy>ITIS 2025/2026</cp:lastModifiedBy>
  <cp:revision>1</cp:revision>
  <dcterms:created xsi:type="dcterms:W3CDTF">2026-05-17T13:01:51Z</dcterms:created>
  <dcterms:modified xsi:type="dcterms:W3CDTF">2026-05-17T13:01:51Z</dcterms:modified>
</cp:coreProperties>
</file>